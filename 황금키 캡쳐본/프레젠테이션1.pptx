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7798D-C8BC-41C0-9306-7C93544C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4265AC-46C5-4A38-9201-A59350A42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9E37B-0311-4CCD-B230-9EDE3EEB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BC0A8-C864-4F66-9E2E-A7B6B352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3B7EC-9993-4DC2-A0E2-EA39D87A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2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61EC4-A117-4182-B62F-613C14D6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9C9B2-287D-4FB2-9F82-E8DFA8527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C3F801-611E-4FEB-B103-C24941E4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6AFCDF-BD82-4C46-BB22-1C657223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8DF4DE-B1D7-456F-8F06-2945FA92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3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260D8-A684-4A18-A4AE-DBF90701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C465DD-C0EE-4720-8FEB-2F8C588DC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8FA80E-1873-41EC-80F4-218FE3E1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C085A-5522-41A8-BC7A-A61048D2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833D6-D573-4E24-BAEE-B4DBB5E6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15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BA10C-99DD-404F-B67A-4CCD841C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60921D-AF09-4D23-8D66-D1E3F17D0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0E8D96-9988-4D96-AA6A-787DECD07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F212F4-5B6D-4C3F-8EEB-1E7503A5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ED35DD-7304-417F-A543-5806684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A14C81-18E2-4CD9-A356-A63DA38B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1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118FF-36A4-42A0-B108-A082E557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010507-E09E-45D9-AB33-D57396F30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9916CD-8F4C-4E74-A79B-3748A4FED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51C9F4-15D8-4AA8-A74F-1F30A1DDC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744054-086B-4D4F-B750-2A1C2A3E2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AC75B1-3839-4E92-A4F6-9E4F6236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EBCFC8-06F3-4C91-9AA1-42F43019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4E1A6D-F105-4DE5-9AC0-D4D7656A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70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C6CC1-B2B0-4CBD-AB49-1F7AE5BF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5692EA-6EB1-48D9-AF5E-B264C4DF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1F0130-4171-4C3C-B094-47DFFAD4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F9FD0C-D4D6-43A1-AB0A-99B25403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26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133C69-DAA7-4854-B326-AB1C5FBF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B091E5-4E1E-4D75-BA21-6880E0AD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319F6-3887-453E-BDE9-EB7F0F83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47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BDA11-0917-4FF4-A6AD-6B440A6B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E0A44-BD06-4EC4-A54D-46F6836D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F9B2E-C9CD-4354-B9FB-19D344D79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CBEFCD-30FB-4DAE-83AD-4EBC7F5A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8A9365-5DF5-4D88-9B94-7DBC6AD2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A173DD-1D65-47DB-B3EE-879A10D0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31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7D622-0365-4E9F-B6A0-0C7874A6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9C2C4D-5252-4A9C-8D2B-3B48C3A60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B3390C-27A0-4D33-AC31-D74F4F43D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933F69-FC13-43FA-A699-C42ABFDA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EBDCC6-3364-43D7-92FD-B2B895B7A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2B927F-8CFC-4179-87A2-BDF34016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726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05B11-FFD5-4F21-80D1-378E6E70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FEE78A-507F-45F1-890C-EF92D5E4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0597A-9C5F-4F60-BDB7-6A6D43BB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257FF-D832-4556-AB16-9A7D8E5D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5DC1E5-A902-47DB-B8A6-0D53865E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0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86EF75-E04A-4458-A05C-9867992F8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2740B1-92AF-44FC-B38B-09268FA9E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934A-0438-4AFF-B9A7-3B722BE6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7CE028-1666-42E3-ACBF-7EB905B9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BD9DD-6777-4D5B-B5B1-1EAEC605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04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5E0A88-1F30-4756-8530-17E59191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A58C5E-E039-47EA-A999-869D73556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364BF5-7DBF-40AF-9621-0CF073C19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E6D46-E397-4292-8505-904E1167721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4DCF13-ECC5-4928-A47F-7F4400C8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3855C-FD27-4A41-A9FE-D6D6F5740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DA562-5355-4905-948B-435EDF15F2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92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4ECAF-D1DB-4A1A-B8C9-BBD165A2C6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61D05B-4571-40A2-8142-30ADA1F39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C5ADAB-F338-4A0E-81D3-28917BFF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2379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11AA83-31F4-4B73-A5E4-3BF45AD62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379" y="0"/>
            <a:ext cx="4939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4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7ECB1-DD3F-480E-ADC3-A27D87B4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3377C8-03BB-4EE1-8F8C-33B1607B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AEA1E8-A662-4540-B15E-89573BF46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2" y="0"/>
            <a:ext cx="4455135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2804BA-3CDA-4B96-91FA-D9F8FD7EF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767" y="0"/>
            <a:ext cx="43733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4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D45C7-A917-4DE8-9293-4AE0B711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0CA18-2B9C-473A-899F-1319A6D5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496804-F8A3-4E7C-925A-A46319900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36" y="0"/>
            <a:ext cx="444912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52F643-966C-4477-A769-C0E633080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63" y="0"/>
            <a:ext cx="5545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3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3D91B-6F52-4BC4-B7F5-09021B770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43FE67-257E-44D4-86C2-6EC93871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794468-0D67-40F7-8B55-48BCE7647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762"/>
            <a:ext cx="569674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9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24626-4B2D-43CC-8F6B-43BAA097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2DB95-DB2D-415C-8852-F8C3AF37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C5CB00-DE8E-4B1A-A9D5-6D21F23D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17" y="223390"/>
            <a:ext cx="5849166" cy="64112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C597DC-00D7-410F-BCF8-7E25FA93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16" y="0"/>
            <a:ext cx="5124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CEED8-B075-4E08-AF4F-34CFF33F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F715D-6B1F-4F60-BC4C-9C3C66F2B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735093-AB4A-4784-A084-32440A26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150470"/>
            <a:ext cx="5963482" cy="49060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444239-D6CE-49CC-8F23-7C2EC4303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6" y="150470"/>
            <a:ext cx="5906324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5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FCED6-EEEA-4ACA-B8F3-438AAC79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B58C9C-3AB2-4A37-99B0-3F431EEA3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FB23DC-5698-4178-886E-C1708E34D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804" y="0"/>
            <a:ext cx="525239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087812-D8A8-4A01-839F-99CE423C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265" y="365125"/>
            <a:ext cx="4258269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83018-A6CA-461B-8736-8BBF7C34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AE2B0-60C9-4682-8734-3C5AFD0EE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41603C-5187-45AD-A70D-71E3840F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9" y="0"/>
            <a:ext cx="5209361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8B321D-5A5B-4A9F-B499-A64791DC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609" y="88900"/>
            <a:ext cx="5315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1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8C3BE-D9B2-46B9-83DE-5EC7B27F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8C1BEF2-626C-4643-B77B-DD1C72CAE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39" y="876865"/>
            <a:ext cx="5811061" cy="327705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05809E-C6C7-4F15-8B1B-80AB68370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511" y="712444"/>
            <a:ext cx="592537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3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B894A-3106-4494-ADD9-6B889EE1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89FBF90-BC46-4195-8EA9-D9D8FF8A3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15" y="619125"/>
            <a:ext cx="3285369" cy="4351338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E3FC75A-1897-4C02-B2E1-E7F69FFD9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938" y="132411"/>
            <a:ext cx="5906324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2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C2084-5FAA-432D-96E4-D4009722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70A54-1ABF-48AF-891C-88A3CA74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CF9D8D-3E8B-42B6-A76C-B823F34B0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06" y="365125"/>
            <a:ext cx="5372388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5A97D1C-252A-4FA7-B88F-C0CAD1FA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694" y="365125"/>
            <a:ext cx="56301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2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DF3B6-1573-45B3-9367-CA442024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E9452C-8796-474A-92D8-92F6CBC8C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8EB39C-5D42-4172-8CBF-CEE300161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5642892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C3EA4F-83CE-4666-9AB7-1E0EDF43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0" y="190500"/>
            <a:ext cx="5120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9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FB37D-7A11-4B01-8240-6E104D1A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79D93-7B0C-4473-9061-98EAB676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CDB52B-AA1A-47B1-8F34-83451B5E0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27" y="0"/>
            <a:ext cx="5293145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13545A-4872-4B10-84BE-1F0E5EE57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932" y="215900"/>
            <a:ext cx="5346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7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07415-129E-43ED-AA86-B8DE36A6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CC9FF-B5FF-4C7B-9812-FA2FD61CC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96F701-DA4E-4D36-BDA0-0CEE922F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7" y="0"/>
            <a:ext cx="517132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5974FA-314D-4485-B335-8C35F3130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89" y="127000"/>
            <a:ext cx="5175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52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1AED5-E3A9-4531-B586-A84FF655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D946B-FCCC-4F18-AA90-659F634FB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EC8280-F458-48F9-A9D7-C464F7A5F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71" y="-241300"/>
            <a:ext cx="5164257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DF746F-C6A9-43CA-828D-BCA2331D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71" y="3781854"/>
            <a:ext cx="5934903" cy="52299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0BCBEC-F768-4DB7-ABDE-8E75FB78E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244" y="165100"/>
            <a:ext cx="5291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joy</dc:creator>
  <cp:lastModifiedBy>joy</cp:lastModifiedBy>
  <cp:revision>1</cp:revision>
  <dcterms:created xsi:type="dcterms:W3CDTF">2026-03-15T16:16:51Z</dcterms:created>
  <dcterms:modified xsi:type="dcterms:W3CDTF">2026-03-15T16:16:57Z</dcterms:modified>
</cp:coreProperties>
</file>